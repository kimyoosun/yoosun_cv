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sldIdLst>
    <p:sldId id="274" r:id="rId2"/>
  </p:sldIdLst>
  <p:sldSz cx="111125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7"/>
  </p:normalViewPr>
  <p:slideViewPr>
    <p:cSldViewPr snapToGrid="0">
      <p:cViewPr>
        <p:scale>
          <a:sx n="94" d="100"/>
          <a:sy n="94" d="100"/>
        </p:scale>
        <p:origin x="28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9063" y="1122363"/>
            <a:ext cx="8334375" cy="2387600"/>
          </a:xfrm>
        </p:spPr>
        <p:txBody>
          <a:bodyPr anchor="b"/>
          <a:lstStyle>
            <a:lvl1pPr algn="ctr">
              <a:defRPr sz="5469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9063" y="3602038"/>
            <a:ext cx="8334375" cy="1655762"/>
          </a:xfrm>
        </p:spPr>
        <p:txBody>
          <a:bodyPr/>
          <a:lstStyle>
            <a:lvl1pPr marL="0" indent="0" algn="ctr">
              <a:buNone/>
              <a:defRPr sz="2188"/>
            </a:lvl1pPr>
            <a:lvl2pPr marL="416738" indent="0" algn="ctr">
              <a:buNone/>
              <a:defRPr sz="1823"/>
            </a:lvl2pPr>
            <a:lvl3pPr marL="833476" indent="0" algn="ctr">
              <a:buNone/>
              <a:defRPr sz="1641"/>
            </a:lvl3pPr>
            <a:lvl4pPr marL="1250213" indent="0" algn="ctr">
              <a:buNone/>
              <a:defRPr sz="1458"/>
            </a:lvl4pPr>
            <a:lvl5pPr marL="1666951" indent="0" algn="ctr">
              <a:buNone/>
              <a:defRPr sz="1458"/>
            </a:lvl5pPr>
            <a:lvl6pPr marL="2083689" indent="0" algn="ctr">
              <a:buNone/>
              <a:defRPr sz="1458"/>
            </a:lvl6pPr>
            <a:lvl7pPr marL="2500427" indent="0" algn="ctr">
              <a:buNone/>
              <a:defRPr sz="1458"/>
            </a:lvl7pPr>
            <a:lvl8pPr marL="2917165" indent="0" algn="ctr">
              <a:buNone/>
              <a:defRPr sz="1458"/>
            </a:lvl8pPr>
            <a:lvl9pPr marL="3333902" indent="0" algn="ctr">
              <a:buNone/>
              <a:defRPr sz="1458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6CD8E-CF7C-014C-A08F-48DA03EFA623}" type="datetimeFigureOut">
              <a:t>4/20/26</a:t>
            </a:fld>
            <a:endParaRPr lang="ko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6FF71-CF71-6646-8214-CF36BFD44629}" type="slidenum"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2934765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6CD8E-CF7C-014C-A08F-48DA03EFA623}" type="datetimeFigureOut">
              <a:t>4/20/26</a:t>
            </a:fld>
            <a:endParaRPr lang="ko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6FF71-CF71-6646-8214-CF36BFD44629}" type="slidenum"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536906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197" y="1709738"/>
            <a:ext cx="9584531" cy="2852737"/>
          </a:xfrm>
        </p:spPr>
        <p:txBody>
          <a:bodyPr anchor="b"/>
          <a:lstStyle>
            <a:lvl1pPr>
              <a:defRPr sz="5469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197" y="4589464"/>
            <a:ext cx="9584531" cy="1500187"/>
          </a:xfrm>
        </p:spPr>
        <p:txBody>
          <a:bodyPr/>
          <a:lstStyle>
            <a:lvl1pPr marL="0" indent="0">
              <a:buNone/>
              <a:defRPr sz="2188">
                <a:solidFill>
                  <a:schemeClr val="tx1">
                    <a:tint val="82000"/>
                  </a:schemeClr>
                </a:solidFill>
              </a:defRPr>
            </a:lvl1pPr>
            <a:lvl2pPr marL="416738" indent="0">
              <a:buNone/>
              <a:defRPr sz="1823">
                <a:solidFill>
                  <a:schemeClr val="tx1">
                    <a:tint val="82000"/>
                  </a:schemeClr>
                </a:solidFill>
              </a:defRPr>
            </a:lvl2pPr>
            <a:lvl3pPr marL="833476" indent="0">
              <a:buNone/>
              <a:defRPr sz="1641">
                <a:solidFill>
                  <a:schemeClr val="tx1">
                    <a:tint val="82000"/>
                  </a:schemeClr>
                </a:solidFill>
              </a:defRPr>
            </a:lvl3pPr>
            <a:lvl4pPr marL="1250213" indent="0">
              <a:buNone/>
              <a:defRPr sz="1458">
                <a:solidFill>
                  <a:schemeClr val="tx1">
                    <a:tint val="82000"/>
                  </a:schemeClr>
                </a:solidFill>
              </a:defRPr>
            </a:lvl4pPr>
            <a:lvl5pPr marL="1666951" indent="0">
              <a:buNone/>
              <a:defRPr sz="1458">
                <a:solidFill>
                  <a:schemeClr val="tx1">
                    <a:tint val="82000"/>
                  </a:schemeClr>
                </a:solidFill>
              </a:defRPr>
            </a:lvl5pPr>
            <a:lvl6pPr marL="2083689" indent="0">
              <a:buNone/>
              <a:defRPr sz="1458">
                <a:solidFill>
                  <a:schemeClr val="tx1">
                    <a:tint val="82000"/>
                  </a:schemeClr>
                </a:solidFill>
              </a:defRPr>
            </a:lvl6pPr>
            <a:lvl7pPr marL="2500427" indent="0">
              <a:buNone/>
              <a:defRPr sz="1458">
                <a:solidFill>
                  <a:schemeClr val="tx1">
                    <a:tint val="82000"/>
                  </a:schemeClr>
                </a:solidFill>
              </a:defRPr>
            </a:lvl7pPr>
            <a:lvl8pPr marL="2917165" indent="0">
              <a:buNone/>
              <a:defRPr sz="1458">
                <a:solidFill>
                  <a:schemeClr val="tx1">
                    <a:tint val="82000"/>
                  </a:schemeClr>
                </a:solidFill>
              </a:defRPr>
            </a:lvl8pPr>
            <a:lvl9pPr marL="3333902" indent="0">
              <a:buNone/>
              <a:defRPr sz="145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6CD8E-CF7C-014C-A08F-48DA03EFA623}" type="datetimeFigureOut">
              <a:t>4/20/26</a:t>
            </a:fld>
            <a:endParaRPr lang="ko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6FF71-CF71-6646-8214-CF36BFD44629}" type="slidenum"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196412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3984" y="1825625"/>
            <a:ext cx="4722813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25703" y="1825625"/>
            <a:ext cx="4722813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6CD8E-CF7C-014C-A08F-48DA03EFA623}" type="datetimeFigureOut">
              <a:t>4/20/26</a:t>
            </a:fld>
            <a:endParaRPr lang="ko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6FF71-CF71-6646-8214-CF36BFD44629}" type="slidenum"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635236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432" y="365126"/>
            <a:ext cx="9584531" cy="1325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432" y="1681163"/>
            <a:ext cx="4701108" cy="823912"/>
          </a:xfrm>
        </p:spPr>
        <p:txBody>
          <a:bodyPr anchor="b"/>
          <a:lstStyle>
            <a:lvl1pPr marL="0" indent="0">
              <a:buNone/>
              <a:defRPr sz="2188" b="1"/>
            </a:lvl1pPr>
            <a:lvl2pPr marL="416738" indent="0">
              <a:buNone/>
              <a:defRPr sz="1823" b="1"/>
            </a:lvl2pPr>
            <a:lvl3pPr marL="833476" indent="0">
              <a:buNone/>
              <a:defRPr sz="1641" b="1"/>
            </a:lvl3pPr>
            <a:lvl4pPr marL="1250213" indent="0">
              <a:buNone/>
              <a:defRPr sz="1458" b="1"/>
            </a:lvl4pPr>
            <a:lvl5pPr marL="1666951" indent="0">
              <a:buNone/>
              <a:defRPr sz="1458" b="1"/>
            </a:lvl5pPr>
            <a:lvl6pPr marL="2083689" indent="0">
              <a:buNone/>
              <a:defRPr sz="1458" b="1"/>
            </a:lvl6pPr>
            <a:lvl7pPr marL="2500427" indent="0">
              <a:buNone/>
              <a:defRPr sz="1458" b="1"/>
            </a:lvl7pPr>
            <a:lvl8pPr marL="2917165" indent="0">
              <a:buNone/>
              <a:defRPr sz="1458" b="1"/>
            </a:lvl8pPr>
            <a:lvl9pPr marL="3333902" indent="0">
              <a:buNone/>
              <a:defRPr sz="1458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32" y="2505075"/>
            <a:ext cx="4701108" cy="368458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5703" y="1681163"/>
            <a:ext cx="4724260" cy="823912"/>
          </a:xfrm>
        </p:spPr>
        <p:txBody>
          <a:bodyPr anchor="b"/>
          <a:lstStyle>
            <a:lvl1pPr marL="0" indent="0">
              <a:buNone/>
              <a:defRPr sz="2188" b="1"/>
            </a:lvl1pPr>
            <a:lvl2pPr marL="416738" indent="0">
              <a:buNone/>
              <a:defRPr sz="1823" b="1"/>
            </a:lvl2pPr>
            <a:lvl3pPr marL="833476" indent="0">
              <a:buNone/>
              <a:defRPr sz="1641" b="1"/>
            </a:lvl3pPr>
            <a:lvl4pPr marL="1250213" indent="0">
              <a:buNone/>
              <a:defRPr sz="1458" b="1"/>
            </a:lvl4pPr>
            <a:lvl5pPr marL="1666951" indent="0">
              <a:buNone/>
              <a:defRPr sz="1458" b="1"/>
            </a:lvl5pPr>
            <a:lvl6pPr marL="2083689" indent="0">
              <a:buNone/>
              <a:defRPr sz="1458" b="1"/>
            </a:lvl6pPr>
            <a:lvl7pPr marL="2500427" indent="0">
              <a:buNone/>
              <a:defRPr sz="1458" b="1"/>
            </a:lvl7pPr>
            <a:lvl8pPr marL="2917165" indent="0">
              <a:buNone/>
              <a:defRPr sz="1458" b="1"/>
            </a:lvl8pPr>
            <a:lvl9pPr marL="3333902" indent="0">
              <a:buNone/>
              <a:defRPr sz="1458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25703" y="2505075"/>
            <a:ext cx="4724260" cy="368458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6CD8E-CF7C-014C-A08F-48DA03EFA623}" type="datetimeFigureOut">
              <a:t>4/20/26</a:t>
            </a:fld>
            <a:endParaRPr lang="ko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6FF71-CF71-6646-8214-CF36BFD44629}" type="slidenum"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3040560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6CD8E-CF7C-014C-A08F-48DA03EFA623}" type="datetimeFigureOut">
              <a:t>4/20/26</a:t>
            </a:fld>
            <a:endParaRPr lang="ko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6FF71-CF71-6646-8214-CF36BFD44629}" type="slidenum"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2228020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6CD8E-CF7C-014C-A08F-48DA03EFA623}" type="datetimeFigureOut">
              <a:t>4/20/26</a:t>
            </a:fld>
            <a:endParaRPr lang="ko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6FF71-CF71-6646-8214-CF36BFD44629}" type="slidenum"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912951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432" y="457200"/>
            <a:ext cx="3584070" cy="1600200"/>
          </a:xfrm>
        </p:spPr>
        <p:txBody>
          <a:bodyPr anchor="b"/>
          <a:lstStyle>
            <a:lvl1pPr>
              <a:defRPr sz="2917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260" y="987426"/>
            <a:ext cx="5625703" cy="4873625"/>
          </a:xfrm>
        </p:spPr>
        <p:txBody>
          <a:bodyPr/>
          <a:lstStyle>
            <a:lvl1pPr>
              <a:defRPr sz="2917"/>
            </a:lvl1pPr>
            <a:lvl2pPr>
              <a:defRPr sz="2552"/>
            </a:lvl2pPr>
            <a:lvl3pPr>
              <a:defRPr sz="2188"/>
            </a:lvl3pPr>
            <a:lvl4pPr>
              <a:defRPr sz="1823"/>
            </a:lvl4pPr>
            <a:lvl5pPr>
              <a:defRPr sz="1823"/>
            </a:lvl5pPr>
            <a:lvl6pPr>
              <a:defRPr sz="1823"/>
            </a:lvl6pPr>
            <a:lvl7pPr>
              <a:defRPr sz="1823"/>
            </a:lvl7pPr>
            <a:lvl8pPr>
              <a:defRPr sz="1823"/>
            </a:lvl8pPr>
            <a:lvl9pPr>
              <a:defRPr sz="1823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5432" y="2057400"/>
            <a:ext cx="3584070" cy="3811588"/>
          </a:xfrm>
        </p:spPr>
        <p:txBody>
          <a:bodyPr/>
          <a:lstStyle>
            <a:lvl1pPr marL="0" indent="0">
              <a:buNone/>
              <a:defRPr sz="1458"/>
            </a:lvl1pPr>
            <a:lvl2pPr marL="416738" indent="0">
              <a:buNone/>
              <a:defRPr sz="1276"/>
            </a:lvl2pPr>
            <a:lvl3pPr marL="833476" indent="0">
              <a:buNone/>
              <a:defRPr sz="1094"/>
            </a:lvl3pPr>
            <a:lvl4pPr marL="1250213" indent="0">
              <a:buNone/>
              <a:defRPr sz="912"/>
            </a:lvl4pPr>
            <a:lvl5pPr marL="1666951" indent="0">
              <a:buNone/>
              <a:defRPr sz="912"/>
            </a:lvl5pPr>
            <a:lvl6pPr marL="2083689" indent="0">
              <a:buNone/>
              <a:defRPr sz="912"/>
            </a:lvl6pPr>
            <a:lvl7pPr marL="2500427" indent="0">
              <a:buNone/>
              <a:defRPr sz="912"/>
            </a:lvl7pPr>
            <a:lvl8pPr marL="2917165" indent="0">
              <a:buNone/>
              <a:defRPr sz="912"/>
            </a:lvl8pPr>
            <a:lvl9pPr marL="3333902" indent="0">
              <a:buNone/>
              <a:defRPr sz="912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6CD8E-CF7C-014C-A08F-48DA03EFA623}" type="datetimeFigureOut">
              <a:t>4/20/26</a:t>
            </a:fld>
            <a:endParaRPr lang="ko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6FF71-CF71-6646-8214-CF36BFD44629}" type="slidenum"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2026750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432" y="457200"/>
            <a:ext cx="3584070" cy="1600200"/>
          </a:xfrm>
        </p:spPr>
        <p:txBody>
          <a:bodyPr anchor="b"/>
          <a:lstStyle>
            <a:lvl1pPr>
              <a:defRPr sz="2917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4260" y="987426"/>
            <a:ext cx="5625703" cy="4873625"/>
          </a:xfrm>
        </p:spPr>
        <p:txBody>
          <a:bodyPr anchor="t"/>
          <a:lstStyle>
            <a:lvl1pPr marL="0" indent="0">
              <a:buNone/>
              <a:defRPr sz="2917"/>
            </a:lvl1pPr>
            <a:lvl2pPr marL="416738" indent="0">
              <a:buNone/>
              <a:defRPr sz="2552"/>
            </a:lvl2pPr>
            <a:lvl3pPr marL="833476" indent="0">
              <a:buNone/>
              <a:defRPr sz="2188"/>
            </a:lvl3pPr>
            <a:lvl4pPr marL="1250213" indent="0">
              <a:buNone/>
              <a:defRPr sz="1823"/>
            </a:lvl4pPr>
            <a:lvl5pPr marL="1666951" indent="0">
              <a:buNone/>
              <a:defRPr sz="1823"/>
            </a:lvl5pPr>
            <a:lvl6pPr marL="2083689" indent="0">
              <a:buNone/>
              <a:defRPr sz="1823"/>
            </a:lvl6pPr>
            <a:lvl7pPr marL="2500427" indent="0">
              <a:buNone/>
              <a:defRPr sz="1823"/>
            </a:lvl7pPr>
            <a:lvl8pPr marL="2917165" indent="0">
              <a:buNone/>
              <a:defRPr sz="1823"/>
            </a:lvl8pPr>
            <a:lvl9pPr marL="3333902" indent="0">
              <a:buNone/>
              <a:defRPr sz="1823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5432" y="2057400"/>
            <a:ext cx="3584070" cy="3811588"/>
          </a:xfrm>
        </p:spPr>
        <p:txBody>
          <a:bodyPr/>
          <a:lstStyle>
            <a:lvl1pPr marL="0" indent="0">
              <a:buNone/>
              <a:defRPr sz="1458"/>
            </a:lvl1pPr>
            <a:lvl2pPr marL="416738" indent="0">
              <a:buNone/>
              <a:defRPr sz="1276"/>
            </a:lvl2pPr>
            <a:lvl3pPr marL="833476" indent="0">
              <a:buNone/>
              <a:defRPr sz="1094"/>
            </a:lvl3pPr>
            <a:lvl4pPr marL="1250213" indent="0">
              <a:buNone/>
              <a:defRPr sz="912"/>
            </a:lvl4pPr>
            <a:lvl5pPr marL="1666951" indent="0">
              <a:buNone/>
              <a:defRPr sz="912"/>
            </a:lvl5pPr>
            <a:lvl6pPr marL="2083689" indent="0">
              <a:buNone/>
              <a:defRPr sz="912"/>
            </a:lvl6pPr>
            <a:lvl7pPr marL="2500427" indent="0">
              <a:buNone/>
              <a:defRPr sz="912"/>
            </a:lvl7pPr>
            <a:lvl8pPr marL="2917165" indent="0">
              <a:buNone/>
              <a:defRPr sz="912"/>
            </a:lvl8pPr>
            <a:lvl9pPr marL="3333902" indent="0">
              <a:buNone/>
              <a:defRPr sz="912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6CD8E-CF7C-014C-A08F-48DA03EFA623}" type="datetimeFigureOut">
              <a:t>4/20/26</a:t>
            </a:fld>
            <a:endParaRPr lang="ko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6FF71-CF71-6646-8214-CF36BFD44629}" type="slidenum"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3525509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6CD8E-CF7C-014C-A08F-48DA03EFA623}" type="datetimeFigureOut">
              <a:t>4/20/26</a:t>
            </a:fld>
            <a:endParaRPr lang="ko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6FF71-CF71-6646-8214-CF36BFD44629}" type="slidenum"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4115970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52383" y="365125"/>
            <a:ext cx="2396133" cy="5811838"/>
          </a:xfrm>
        </p:spPr>
        <p:txBody>
          <a:bodyPr vert="eaVert"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3984" y="365125"/>
            <a:ext cx="7049492" cy="5811838"/>
          </a:xfrm>
        </p:spPr>
        <p:txBody>
          <a:bodyPr vert="eaVert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6CD8E-CF7C-014C-A08F-48DA03EFA623}" type="datetimeFigureOut">
              <a:t>4/20/26</a:t>
            </a:fld>
            <a:endParaRPr lang="ko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6FF71-CF71-6646-8214-CF36BFD44629}" type="slidenum"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1870982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281239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3985" y="365126"/>
            <a:ext cx="95845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3985" y="1825625"/>
            <a:ext cx="95845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3984" y="6356351"/>
            <a:ext cx="2500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A6CD8E-CF7C-014C-A08F-48DA03EFA623}" type="datetimeFigureOut">
              <a:t>4/20/26</a:t>
            </a:fld>
            <a:endParaRPr lang="ko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1016" y="6356351"/>
            <a:ext cx="3750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203" y="6356351"/>
            <a:ext cx="2500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36FF71-CF71-6646-8214-CF36BFD44629}" type="slidenum"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340993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833476" rtl="0" eaLnBrk="1" latinLnBrk="0" hangingPunct="1">
        <a:lnSpc>
          <a:spcPct val="90000"/>
        </a:lnSpc>
        <a:spcBef>
          <a:spcPct val="0"/>
        </a:spcBef>
        <a:buNone/>
        <a:defRPr sz="40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8369" indent="-208369" algn="l" defTabSz="833476" rtl="0" eaLnBrk="1" latinLnBrk="0" hangingPunct="1">
        <a:lnSpc>
          <a:spcPct val="90000"/>
        </a:lnSpc>
        <a:spcBef>
          <a:spcPts val="912"/>
        </a:spcBef>
        <a:buFont typeface="Arial" panose="020B0604020202020204" pitchFamily="34" charset="0"/>
        <a:buChar char="•"/>
        <a:defRPr sz="2552" kern="1200">
          <a:solidFill>
            <a:schemeClr val="tx1"/>
          </a:solidFill>
          <a:latin typeface="+mn-lt"/>
          <a:ea typeface="+mn-ea"/>
          <a:cs typeface="+mn-cs"/>
        </a:defRPr>
      </a:lvl1pPr>
      <a:lvl2pPr marL="625107" indent="-208369" algn="l" defTabSz="833476" rtl="0" eaLnBrk="1" latinLnBrk="0" hangingPunct="1">
        <a:lnSpc>
          <a:spcPct val="90000"/>
        </a:lnSpc>
        <a:spcBef>
          <a:spcPts val="456"/>
        </a:spcBef>
        <a:buFont typeface="Arial" panose="020B0604020202020204" pitchFamily="34" charset="0"/>
        <a:buChar char="•"/>
        <a:defRPr sz="2188" kern="1200">
          <a:solidFill>
            <a:schemeClr val="tx1"/>
          </a:solidFill>
          <a:latin typeface="+mn-lt"/>
          <a:ea typeface="+mn-ea"/>
          <a:cs typeface="+mn-cs"/>
        </a:defRPr>
      </a:lvl2pPr>
      <a:lvl3pPr marL="1041845" indent="-208369" algn="l" defTabSz="833476" rtl="0" eaLnBrk="1" latinLnBrk="0" hangingPunct="1">
        <a:lnSpc>
          <a:spcPct val="90000"/>
        </a:lnSpc>
        <a:spcBef>
          <a:spcPts val="456"/>
        </a:spcBef>
        <a:buFont typeface="Arial" panose="020B0604020202020204" pitchFamily="34" charset="0"/>
        <a:buChar char="•"/>
        <a:defRPr sz="1823" kern="1200">
          <a:solidFill>
            <a:schemeClr val="tx1"/>
          </a:solidFill>
          <a:latin typeface="+mn-lt"/>
          <a:ea typeface="+mn-ea"/>
          <a:cs typeface="+mn-cs"/>
        </a:defRPr>
      </a:lvl3pPr>
      <a:lvl4pPr marL="1458582" indent="-208369" algn="l" defTabSz="833476" rtl="0" eaLnBrk="1" latinLnBrk="0" hangingPunct="1">
        <a:lnSpc>
          <a:spcPct val="90000"/>
        </a:lnSpc>
        <a:spcBef>
          <a:spcPts val="456"/>
        </a:spcBef>
        <a:buFont typeface="Arial" panose="020B0604020202020204" pitchFamily="34" charset="0"/>
        <a:buChar char="•"/>
        <a:defRPr sz="1641" kern="1200">
          <a:solidFill>
            <a:schemeClr val="tx1"/>
          </a:solidFill>
          <a:latin typeface="+mn-lt"/>
          <a:ea typeface="+mn-ea"/>
          <a:cs typeface="+mn-cs"/>
        </a:defRPr>
      </a:lvl4pPr>
      <a:lvl5pPr marL="1875320" indent="-208369" algn="l" defTabSz="833476" rtl="0" eaLnBrk="1" latinLnBrk="0" hangingPunct="1">
        <a:lnSpc>
          <a:spcPct val="90000"/>
        </a:lnSpc>
        <a:spcBef>
          <a:spcPts val="456"/>
        </a:spcBef>
        <a:buFont typeface="Arial" panose="020B0604020202020204" pitchFamily="34" charset="0"/>
        <a:buChar char="•"/>
        <a:defRPr sz="1641" kern="1200">
          <a:solidFill>
            <a:schemeClr val="tx1"/>
          </a:solidFill>
          <a:latin typeface="+mn-lt"/>
          <a:ea typeface="+mn-ea"/>
          <a:cs typeface="+mn-cs"/>
        </a:defRPr>
      </a:lvl5pPr>
      <a:lvl6pPr marL="2292058" indent="-208369" algn="l" defTabSz="833476" rtl="0" eaLnBrk="1" latinLnBrk="0" hangingPunct="1">
        <a:lnSpc>
          <a:spcPct val="90000"/>
        </a:lnSpc>
        <a:spcBef>
          <a:spcPts val="456"/>
        </a:spcBef>
        <a:buFont typeface="Arial" panose="020B0604020202020204" pitchFamily="34" charset="0"/>
        <a:buChar char="•"/>
        <a:defRPr sz="1641" kern="1200">
          <a:solidFill>
            <a:schemeClr val="tx1"/>
          </a:solidFill>
          <a:latin typeface="+mn-lt"/>
          <a:ea typeface="+mn-ea"/>
          <a:cs typeface="+mn-cs"/>
        </a:defRPr>
      </a:lvl6pPr>
      <a:lvl7pPr marL="2708796" indent="-208369" algn="l" defTabSz="833476" rtl="0" eaLnBrk="1" latinLnBrk="0" hangingPunct="1">
        <a:lnSpc>
          <a:spcPct val="90000"/>
        </a:lnSpc>
        <a:spcBef>
          <a:spcPts val="456"/>
        </a:spcBef>
        <a:buFont typeface="Arial" panose="020B0604020202020204" pitchFamily="34" charset="0"/>
        <a:buChar char="•"/>
        <a:defRPr sz="1641" kern="1200">
          <a:solidFill>
            <a:schemeClr val="tx1"/>
          </a:solidFill>
          <a:latin typeface="+mn-lt"/>
          <a:ea typeface="+mn-ea"/>
          <a:cs typeface="+mn-cs"/>
        </a:defRPr>
      </a:lvl7pPr>
      <a:lvl8pPr marL="3125534" indent="-208369" algn="l" defTabSz="833476" rtl="0" eaLnBrk="1" latinLnBrk="0" hangingPunct="1">
        <a:lnSpc>
          <a:spcPct val="90000"/>
        </a:lnSpc>
        <a:spcBef>
          <a:spcPts val="456"/>
        </a:spcBef>
        <a:buFont typeface="Arial" panose="020B0604020202020204" pitchFamily="34" charset="0"/>
        <a:buChar char="•"/>
        <a:defRPr sz="1641" kern="1200">
          <a:solidFill>
            <a:schemeClr val="tx1"/>
          </a:solidFill>
          <a:latin typeface="+mn-lt"/>
          <a:ea typeface="+mn-ea"/>
          <a:cs typeface="+mn-cs"/>
        </a:defRPr>
      </a:lvl8pPr>
      <a:lvl9pPr marL="3542271" indent="-208369" algn="l" defTabSz="833476" rtl="0" eaLnBrk="1" latinLnBrk="0" hangingPunct="1">
        <a:lnSpc>
          <a:spcPct val="90000"/>
        </a:lnSpc>
        <a:spcBef>
          <a:spcPts val="456"/>
        </a:spcBef>
        <a:buFont typeface="Arial" panose="020B0604020202020204" pitchFamily="34" charset="0"/>
        <a:buChar char="•"/>
        <a:defRPr sz="16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33476" rtl="0" eaLnBrk="1" latinLnBrk="0" hangingPunct="1">
        <a:defRPr sz="1641" kern="1200">
          <a:solidFill>
            <a:schemeClr val="tx1"/>
          </a:solidFill>
          <a:latin typeface="+mn-lt"/>
          <a:ea typeface="+mn-ea"/>
          <a:cs typeface="+mn-cs"/>
        </a:defRPr>
      </a:lvl1pPr>
      <a:lvl2pPr marL="416738" algn="l" defTabSz="833476" rtl="0" eaLnBrk="1" latinLnBrk="0" hangingPunct="1">
        <a:defRPr sz="1641" kern="1200">
          <a:solidFill>
            <a:schemeClr val="tx1"/>
          </a:solidFill>
          <a:latin typeface="+mn-lt"/>
          <a:ea typeface="+mn-ea"/>
          <a:cs typeface="+mn-cs"/>
        </a:defRPr>
      </a:lvl2pPr>
      <a:lvl3pPr marL="833476" algn="l" defTabSz="833476" rtl="0" eaLnBrk="1" latinLnBrk="0" hangingPunct="1">
        <a:defRPr sz="1641" kern="1200">
          <a:solidFill>
            <a:schemeClr val="tx1"/>
          </a:solidFill>
          <a:latin typeface="+mn-lt"/>
          <a:ea typeface="+mn-ea"/>
          <a:cs typeface="+mn-cs"/>
        </a:defRPr>
      </a:lvl3pPr>
      <a:lvl4pPr marL="1250213" algn="l" defTabSz="833476" rtl="0" eaLnBrk="1" latinLnBrk="0" hangingPunct="1">
        <a:defRPr sz="1641" kern="1200">
          <a:solidFill>
            <a:schemeClr val="tx1"/>
          </a:solidFill>
          <a:latin typeface="+mn-lt"/>
          <a:ea typeface="+mn-ea"/>
          <a:cs typeface="+mn-cs"/>
        </a:defRPr>
      </a:lvl4pPr>
      <a:lvl5pPr marL="1666951" algn="l" defTabSz="833476" rtl="0" eaLnBrk="1" latinLnBrk="0" hangingPunct="1">
        <a:defRPr sz="1641" kern="1200">
          <a:solidFill>
            <a:schemeClr val="tx1"/>
          </a:solidFill>
          <a:latin typeface="+mn-lt"/>
          <a:ea typeface="+mn-ea"/>
          <a:cs typeface="+mn-cs"/>
        </a:defRPr>
      </a:lvl5pPr>
      <a:lvl6pPr marL="2083689" algn="l" defTabSz="833476" rtl="0" eaLnBrk="1" latinLnBrk="0" hangingPunct="1">
        <a:defRPr sz="1641" kern="1200">
          <a:solidFill>
            <a:schemeClr val="tx1"/>
          </a:solidFill>
          <a:latin typeface="+mn-lt"/>
          <a:ea typeface="+mn-ea"/>
          <a:cs typeface="+mn-cs"/>
        </a:defRPr>
      </a:lvl6pPr>
      <a:lvl7pPr marL="2500427" algn="l" defTabSz="833476" rtl="0" eaLnBrk="1" latinLnBrk="0" hangingPunct="1">
        <a:defRPr sz="1641" kern="1200">
          <a:solidFill>
            <a:schemeClr val="tx1"/>
          </a:solidFill>
          <a:latin typeface="+mn-lt"/>
          <a:ea typeface="+mn-ea"/>
          <a:cs typeface="+mn-cs"/>
        </a:defRPr>
      </a:lvl7pPr>
      <a:lvl8pPr marL="2917165" algn="l" defTabSz="833476" rtl="0" eaLnBrk="1" latinLnBrk="0" hangingPunct="1">
        <a:defRPr sz="1641" kern="1200">
          <a:solidFill>
            <a:schemeClr val="tx1"/>
          </a:solidFill>
          <a:latin typeface="+mn-lt"/>
          <a:ea typeface="+mn-ea"/>
          <a:cs typeface="+mn-cs"/>
        </a:defRPr>
      </a:lvl8pPr>
      <a:lvl9pPr marL="3333902" algn="l" defTabSz="833476" rtl="0" eaLnBrk="1" latinLnBrk="0" hangingPunct="1">
        <a:defRPr sz="16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F0DB0-591B-1F4A-1D95-B2FDB43E7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age 3" descr="Image 3">
            <a:extLst>
              <a:ext uri="{FF2B5EF4-FFF2-40B4-BE49-F238E27FC236}">
                <a16:creationId xmlns:a16="http://schemas.microsoft.com/office/drawing/2014/main" id="{5F17E5AC-C97A-DFAD-0D78-B58C4511C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181" y="1054100"/>
            <a:ext cx="2724150" cy="5486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Image 4" descr="Image 4">
            <a:extLst>
              <a:ext uri="{FF2B5EF4-FFF2-40B4-BE49-F238E27FC236}">
                <a16:creationId xmlns:a16="http://schemas.microsoft.com/office/drawing/2014/main" id="{26A9C233-FB9C-987C-A481-DEC2AD65C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1" y="571500"/>
            <a:ext cx="2959100" cy="59690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DBB392D-70B0-C362-EC5B-125270F678FC}"/>
              </a:ext>
            </a:extLst>
          </p:cNvPr>
          <p:cNvSpPr txBox="1">
            <a:spLocks/>
          </p:cNvSpPr>
          <p:nvPr/>
        </p:nvSpPr>
        <p:spPr>
          <a:xfrm>
            <a:off x="357697" y="252810"/>
            <a:ext cx="2770756" cy="95874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Product</a:t>
            </a:r>
            <a:endParaRPr lang="ko-KR" altLang="en-US" b="1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92D761BF-65EF-7EB7-A1D9-D3857361F60F}"/>
              </a:ext>
            </a:extLst>
          </p:cNvPr>
          <p:cNvSpPr/>
          <p:nvPr/>
        </p:nvSpPr>
        <p:spPr>
          <a:xfrm>
            <a:off x="9294003" y="2745448"/>
            <a:ext cx="542834" cy="542834"/>
          </a:xfrm>
          <a:prstGeom prst="ellipse">
            <a:avLst/>
          </a:prstGeom>
          <a:solidFill>
            <a:srgbClr val="C0CD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AF76BAF-2F8C-BD96-BCD1-2C4A5264673F}"/>
              </a:ext>
            </a:extLst>
          </p:cNvPr>
          <p:cNvSpPr/>
          <p:nvPr/>
        </p:nvSpPr>
        <p:spPr>
          <a:xfrm>
            <a:off x="9305507" y="4272325"/>
            <a:ext cx="501439" cy="501439"/>
          </a:xfrm>
          <a:prstGeom prst="ellipse">
            <a:avLst/>
          </a:prstGeom>
          <a:solidFill>
            <a:srgbClr val="C0CD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36D279-F979-4E5F-25C5-0ACCE194751A}"/>
              </a:ext>
            </a:extLst>
          </p:cNvPr>
          <p:cNvSpPr txBox="1"/>
          <p:nvPr/>
        </p:nvSpPr>
        <p:spPr>
          <a:xfrm>
            <a:off x="9257664" y="2893756"/>
            <a:ext cx="6155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Yoosun</a:t>
            </a:r>
            <a:endParaRPr lang="ko-US" sz="100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1E56CD-7B16-85C3-DF2E-DCEFB91C28DC}"/>
              </a:ext>
            </a:extLst>
          </p:cNvPr>
          <p:cNvSpPr txBox="1"/>
          <p:nvPr/>
        </p:nvSpPr>
        <p:spPr>
          <a:xfrm>
            <a:off x="357697" y="2432091"/>
            <a:ext cx="41452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/>
              <a:t>“</a:t>
            </a:r>
            <a:r>
              <a:rPr lang="en-US" sz="2800"/>
              <a:t>Smart categorization with intuitive people-first search</a:t>
            </a:r>
            <a:r>
              <a:rPr lang="en-US" altLang="ko-KR" sz="2800"/>
              <a:t>”</a:t>
            </a:r>
            <a:endParaRPr lang="ko-US" sz="2800"/>
          </a:p>
        </p:txBody>
      </p:sp>
    </p:spTree>
    <p:extLst>
      <p:ext uri="{BB962C8B-B14F-4D97-AF65-F5344CB8AC3E}">
        <p14:creationId xmlns:p14="http://schemas.microsoft.com/office/powerpoint/2010/main" val="294260427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</TotalTime>
  <Words>10</Words>
  <Application>Microsoft Macintosh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에스코어 드림 6 Bold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김유선</dc:creator>
  <cp:lastModifiedBy>김유선</cp:lastModifiedBy>
  <cp:revision>1</cp:revision>
  <dcterms:created xsi:type="dcterms:W3CDTF">2026-04-20T08:22:38Z</dcterms:created>
  <dcterms:modified xsi:type="dcterms:W3CDTF">2026-04-20T11:18:19Z</dcterms:modified>
</cp:coreProperties>
</file>